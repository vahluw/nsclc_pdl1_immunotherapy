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4"/>
    <p:restoredTop sz="94650"/>
  </p:normalViewPr>
  <p:slideViewPr>
    <p:cSldViewPr snapToGrid="0">
      <p:cViewPr varScale="1">
        <p:scale>
          <a:sx n="120" d="100"/>
          <a:sy n="120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0FDFB-6852-D94F-893A-25516BA0B9FC}" type="datetimeFigureOut">
              <a:rPr lang="en-US" smtClean="0"/>
              <a:t>8/8/24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61CD9-FDD4-7C4D-87F4-C3F1B3168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C61CD9-FDD4-7C4D-87F4-C3F1B3168B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85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34991-2CC9-C8FE-985B-13AC94393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C5DF4-F179-B609-4961-DCAA72D27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4D9FC-9771-E632-B76C-C3F83F8B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F907-AE4E-3246-BC66-84FAFF224956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EE3A7-C04F-2FC2-70F2-5914ED9AB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C6EAD-B9A5-3E80-DC12-1E5AFCF2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7DB19-0B08-B240-8130-87435907F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66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AA09-1C78-90A2-16A1-CE3C393DD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DFC54-0578-8610-1B5A-A75409A85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46082-D01B-C919-3E2C-701E0D27E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F907-AE4E-3246-BC66-84FAFF224956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D5DF-C62C-FAD0-1EAF-BB1ECE005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84888-EFC4-34DB-EDE8-8D06B6ED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7DB19-0B08-B240-8130-87435907F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3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743E-FC8C-3770-EABA-FD919AA50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7CB9E-3EF1-8643-6E71-8EAD39F92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87D20-94CC-D9F3-9D22-F5C440270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F907-AE4E-3246-BC66-84FAFF224956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95625-BA32-6E8A-3004-63F6A9432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15791-EEBC-A8D7-DBC1-B0633CB3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7DB19-0B08-B240-8130-87435907F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3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EC02-A760-7324-459D-CCEC1520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DBBA4-7931-7D15-40CE-49BB8B61F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980C5-68A2-18C6-8627-6C46257E9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F3702-D302-C106-4809-FC486901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F907-AE4E-3246-BC66-84FAFF224956}" type="datetimeFigureOut">
              <a:rPr lang="en-US" smtClean="0"/>
              <a:t>8/8/24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AFE4F-7DF6-039D-469B-01B2AC35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B62A1-3882-E5BE-93FD-264BCC83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7DB19-0B08-B240-8130-87435907F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9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D49AF-CA9C-80AA-265B-5F15A920F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50B30-6168-4EB1-0999-0786F4EF5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CFD1A-6169-A6A4-49D5-FD5AB38D7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71F9C-25F7-C07F-C77F-895038538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7B194-B6EE-60A2-B315-54695BB878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621C2B-E2D5-ABB3-D591-B3FFB2ABD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F907-AE4E-3246-BC66-84FAFF224956}" type="datetimeFigureOut">
              <a:rPr lang="en-US" smtClean="0"/>
              <a:t>8/8/24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4C039B-58DE-0EF8-6C06-C8C6E3DC1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A547D5-9624-2B5C-8FA0-2B4D6379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7DB19-0B08-B240-8130-87435907F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EFBAA-D63C-C2BD-D55F-43E98CF1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EE14C-5FF0-9D36-240B-C21DDF5A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F907-AE4E-3246-BC66-84FAFF224956}" type="datetimeFigureOut">
              <a:rPr lang="en-US" smtClean="0"/>
              <a:t>8/8/24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2B18A-32A9-5EB0-CBE8-66B34C16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F95FD-B995-851F-F226-B83C7B1D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7DB19-0B08-B240-8130-87435907F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82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78352-B569-FE96-ED0D-55CE69034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F907-AE4E-3246-BC66-84FAFF224956}" type="datetimeFigureOut">
              <a:rPr lang="en-US" smtClean="0"/>
              <a:t>8/8/24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9B127-CF08-A858-4742-A95EEAB74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16149-7345-2B55-2952-8F198D23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7DB19-0B08-B240-8130-87435907F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54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DA4A-0868-2BE5-D23E-82E23E0BE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D4A28-A9C5-5238-53A1-DC6B13D4A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7B8D3-4401-90F6-DE8E-5D6F0023F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C0241-3D90-7724-8FEB-1D01C055B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F907-AE4E-3246-BC66-84FAFF224956}" type="datetimeFigureOut">
              <a:rPr lang="en-US" smtClean="0"/>
              <a:t>8/8/24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2961A-5919-4597-2F2C-6E20BD36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5F6F0-D6F0-C248-B246-6D201F3E5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7DB19-0B08-B240-8130-87435907F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13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3E34-299F-7F87-6638-9467F7593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3A3380-3851-05FD-EA57-52128C4AB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27FA3-1CEA-41B5-C3FB-0402955EB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9CC75-A922-EA17-B92D-374E5183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F907-AE4E-3246-BC66-84FAFF224956}" type="datetimeFigureOut">
              <a:rPr lang="en-US" smtClean="0"/>
              <a:t>8/8/24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79B02-03EB-D68D-7B82-1451E142D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9A6C5-2FD1-0B6B-D35A-41B1820F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7DB19-0B08-B240-8130-87435907F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43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ADFBD-AB7E-5A30-E300-40687C95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443E2-9AFB-CE5D-EA2D-55952484D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1D114-6523-756C-6F32-2190DDFD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F907-AE4E-3246-BC66-84FAFF224956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4C915-BF35-F3B7-C370-FE544553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75546-C8AC-28B7-DD61-9204E4DBC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7DB19-0B08-B240-8130-87435907F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8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9496B1-73AB-B188-1694-869DE6086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722E9-D283-E846-E77F-12896C0E4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0045F-0F37-8106-D646-32ED80EB7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F907-AE4E-3246-BC66-84FAFF224956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1568F-B34F-AB10-1988-BCE094B2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BA538-DF4D-110A-0886-052F2863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7DB19-0B08-B240-8130-87435907F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6C8987-851F-C006-623B-EF04B38D6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23D39-B4C9-6CF4-4C9B-9200C904F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FC5EA-E5EF-8245-8722-0845942EF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2F907-AE4E-3246-BC66-84FAFF224956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15728-C455-4A78-3B4E-3C403006A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76CC0-CC86-EBEF-195A-D463198E6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7DB19-0B08-B240-8130-87435907F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3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number of patients with cancer&#10;&#10;Description automatically generated">
            <a:extLst>
              <a:ext uri="{FF2B5EF4-FFF2-40B4-BE49-F238E27FC236}">
                <a16:creationId xmlns:a16="http://schemas.microsoft.com/office/drawing/2014/main" id="{F17AA7FC-AA84-09F4-18A3-EA94FF126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10039"/>
            <a:ext cx="6043264" cy="3996444"/>
          </a:xfrm>
          <a:prstGeom prst="rect">
            <a:avLst/>
          </a:prstGeom>
        </p:spPr>
      </p:pic>
      <p:pic>
        <p:nvPicPr>
          <p:cNvPr id="4" name="Picture 3" descr="A graph of a survival curve&#10;&#10;Description automatically generated with medium confidence">
            <a:extLst>
              <a:ext uri="{FF2B5EF4-FFF2-40B4-BE49-F238E27FC236}">
                <a16:creationId xmlns:a16="http://schemas.microsoft.com/office/drawing/2014/main" id="{73647EBA-0E8E-1113-2EDD-DCE599B62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2735"/>
            <a:ext cx="5992642" cy="40177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380CCC-7D70-CA99-0397-E252DC129F69}"/>
              </a:ext>
            </a:extLst>
          </p:cNvPr>
          <p:cNvSpPr txBox="1"/>
          <p:nvPr/>
        </p:nvSpPr>
        <p:spPr>
          <a:xfrm>
            <a:off x="135308" y="1177096"/>
            <a:ext cx="495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5E200D-D6AA-0203-97C3-5FB9DA9DE98D}"/>
              </a:ext>
            </a:extLst>
          </p:cNvPr>
          <p:cNvSpPr txBox="1"/>
          <p:nvPr/>
        </p:nvSpPr>
        <p:spPr>
          <a:xfrm>
            <a:off x="6178572" y="1177096"/>
            <a:ext cx="495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449DC-D4A2-EBAF-17A3-B2CAAECE3D69}"/>
              </a:ext>
            </a:extLst>
          </p:cNvPr>
          <p:cNvSpPr txBox="1"/>
          <p:nvPr/>
        </p:nvSpPr>
        <p:spPr>
          <a:xfrm>
            <a:off x="808833" y="4362600"/>
            <a:ext cx="303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Log-rank p-value = 0.27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E6EAF-E0AA-5C69-D4D2-1F627A73DC9B}"/>
              </a:ext>
            </a:extLst>
          </p:cNvPr>
          <p:cNvSpPr txBox="1"/>
          <p:nvPr/>
        </p:nvSpPr>
        <p:spPr>
          <a:xfrm>
            <a:off x="7025640" y="4362600"/>
            <a:ext cx="303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Log-rank p-value = 0.73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179DF2-05B3-6813-6706-293C3553CC6D}"/>
              </a:ext>
            </a:extLst>
          </p:cNvPr>
          <p:cNvSpPr txBox="1"/>
          <p:nvPr/>
        </p:nvSpPr>
        <p:spPr>
          <a:xfrm>
            <a:off x="808833" y="3993268"/>
            <a:ext cx="363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Hazard Ratio: 0.86 (0.65, 1.13)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B7B51-07F1-8EE2-5D93-FE4959AD43B3}"/>
              </a:ext>
            </a:extLst>
          </p:cNvPr>
          <p:cNvSpPr txBox="1"/>
          <p:nvPr/>
        </p:nvSpPr>
        <p:spPr>
          <a:xfrm>
            <a:off x="7025640" y="3993268"/>
            <a:ext cx="3382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Hazard Ratio: 0.95 (0.70-1.29)</a:t>
            </a:r>
          </a:p>
        </p:txBody>
      </p:sp>
    </p:spTree>
    <p:extLst>
      <p:ext uri="{BB962C8B-B14F-4D97-AF65-F5344CB8AC3E}">
        <p14:creationId xmlns:p14="http://schemas.microsoft.com/office/powerpoint/2010/main" val="138349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of a survival curve&#10;&#10;Description automatically generated with medium confidence">
            <a:extLst>
              <a:ext uri="{FF2B5EF4-FFF2-40B4-BE49-F238E27FC236}">
                <a16:creationId xmlns:a16="http://schemas.microsoft.com/office/drawing/2014/main" id="{E8562FD7-7F5A-631C-7BF3-933DA7263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011" y="845473"/>
            <a:ext cx="6099989" cy="4062833"/>
          </a:xfrm>
          <a:prstGeom prst="rect">
            <a:avLst/>
          </a:prstGeom>
        </p:spPr>
      </p:pic>
      <p:pic>
        <p:nvPicPr>
          <p:cNvPr id="7" name="Picture 6" descr="A graph of a number of patients with cancer&#10;&#10;Description automatically generated">
            <a:extLst>
              <a:ext uri="{FF2B5EF4-FFF2-40B4-BE49-F238E27FC236}">
                <a16:creationId xmlns:a16="http://schemas.microsoft.com/office/drawing/2014/main" id="{8C49CB74-4344-FF84-DF5C-3D8B1181A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" y="883403"/>
            <a:ext cx="6132911" cy="40249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380CCC-7D70-CA99-0397-E252DC129F69}"/>
              </a:ext>
            </a:extLst>
          </p:cNvPr>
          <p:cNvSpPr txBox="1"/>
          <p:nvPr/>
        </p:nvSpPr>
        <p:spPr>
          <a:xfrm>
            <a:off x="82400" y="884304"/>
            <a:ext cx="495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5E200D-D6AA-0203-97C3-5FB9DA9DE98D}"/>
              </a:ext>
            </a:extLst>
          </p:cNvPr>
          <p:cNvSpPr txBox="1"/>
          <p:nvPr/>
        </p:nvSpPr>
        <p:spPr>
          <a:xfrm>
            <a:off x="6133146" y="884304"/>
            <a:ext cx="495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449DC-D4A2-EBAF-17A3-B2CAAECE3D69}"/>
              </a:ext>
            </a:extLst>
          </p:cNvPr>
          <p:cNvSpPr txBox="1"/>
          <p:nvPr/>
        </p:nvSpPr>
        <p:spPr>
          <a:xfrm>
            <a:off x="808833" y="3969544"/>
            <a:ext cx="303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Log-rank p-value = 0.01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E6EAF-E0AA-5C69-D4D2-1F627A73DC9B}"/>
              </a:ext>
            </a:extLst>
          </p:cNvPr>
          <p:cNvSpPr txBox="1"/>
          <p:nvPr/>
        </p:nvSpPr>
        <p:spPr>
          <a:xfrm>
            <a:off x="7025640" y="3989141"/>
            <a:ext cx="303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Log-rank p-value = 0.78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179DF2-05B3-6813-6706-293C3553CC6D}"/>
              </a:ext>
            </a:extLst>
          </p:cNvPr>
          <p:cNvSpPr txBox="1"/>
          <p:nvPr/>
        </p:nvSpPr>
        <p:spPr>
          <a:xfrm>
            <a:off x="808833" y="3605041"/>
            <a:ext cx="363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Hazard Ratio: 1.25 (1.05-1.49)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B7B51-07F1-8EE2-5D93-FE4959AD43B3}"/>
              </a:ext>
            </a:extLst>
          </p:cNvPr>
          <p:cNvSpPr txBox="1"/>
          <p:nvPr/>
        </p:nvSpPr>
        <p:spPr>
          <a:xfrm>
            <a:off x="7025640" y="3604573"/>
            <a:ext cx="3382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Hazard Ratio: 0.97 (0.81-1.17)</a:t>
            </a:r>
          </a:p>
        </p:txBody>
      </p:sp>
    </p:spTree>
    <p:extLst>
      <p:ext uri="{BB962C8B-B14F-4D97-AF65-F5344CB8AC3E}">
        <p14:creationId xmlns:p14="http://schemas.microsoft.com/office/powerpoint/2010/main" val="2631669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55</Words>
  <Application>Microsoft Macintosh PowerPoint</Application>
  <PresentationFormat>Widescreen</PresentationFormat>
  <Paragraphs>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Ahluwalia, Vinayak</dc:creator>
  <cp:lastModifiedBy>Ahluwalia, Vinayak</cp:lastModifiedBy>
  <cp:revision>12</cp:revision>
  <dcterms:created xsi:type="dcterms:W3CDTF">2024-07-30T19:45:04Z</dcterms:created>
  <dcterms:modified xsi:type="dcterms:W3CDTF">2024-08-08T13:00:40Z</dcterms:modified>
</cp:coreProperties>
</file>