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7"/>
    <p:restoredTop sz="94684"/>
  </p:normalViewPr>
  <p:slideViewPr>
    <p:cSldViewPr snapToGrid="0">
      <p:cViewPr>
        <p:scale>
          <a:sx n="97" d="100"/>
          <a:sy n="97" d="100"/>
        </p:scale>
        <p:origin x="128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3A342-95BC-3847-91D3-05C264E31944}" type="datetimeFigureOut">
              <a:rPr lang="en-US" smtClean="0"/>
              <a:t>5/19/24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F0392-B3C5-4140-8C6E-A3DD8644D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4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F0392-B3C5-4140-8C6E-A3DD8644D2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55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F0392-B3C5-4140-8C6E-A3DD8644D2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4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5881-860D-99A1-7954-01296B88E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8C8DA-46ED-9013-F2E5-7F4E98D49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42264-5AB9-F18F-2100-73574428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F4043-462E-6931-DA70-45980A6A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00F1E-08DD-25FA-BD42-D8856530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6A89-8449-AB1B-E6DA-02603BFE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C5E60-196B-9349-A211-12656E49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85D39-D375-2E8A-1930-571BCDEE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53119-DCCE-1B37-2E12-4555C357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A4FC-2334-39D3-8FE3-8D034CF8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0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A9F7-572F-CAEF-251E-F4037183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A9CA0-82E9-9051-45F5-1EA4E87A1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4DAA5-6E34-6779-ACE4-10AF489C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614EE-DF6B-1603-BF20-A0C47CF8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C485C-86E4-44CE-5224-81BC23BD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0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1915-3175-8454-B754-E3FD2C20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90480-26C5-6797-D880-405C9E8C0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427A3-FE15-0814-E1D3-6988D1E4A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F4145-AA0C-5910-C61B-E01A4962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504EB-254D-F7CC-8226-CA3C57F0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9E699-C71A-86EF-22C7-F8A9334F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5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A30F-067F-72E2-2822-AD944DE7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C358C-4D76-EB8D-F6D4-3035687AE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D285B-72D2-1C24-D209-81C1BCCD0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0EC5C-7B37-3D45-88CC-4CD7A627A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1EC23-E9A0-090F-1DD5-8D4A8B6E6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C7369-DE4C-55FD-241A-85D4ED74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B96866-A75B-6FF5-449A-4477F1C8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D4727-50AA-752E-64E5-8727315E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4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48FC-6583-FB25-F360-C2036EFC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FC0FE-5342-2BC9-FCBF-44E46914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0FC4E-ECBF-947D-B7AA-B5A168007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64805-4E31-83E7-3960-0F2BD3C3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9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70EEDA-44E4-EAC8-5E0D-258D2355E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A45C7-8981-F96B-C21B-25BA19DC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BCF14-EC5A-010F-C4D8-F4AD3C72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A4A3-8BD1-1613-6111-1631063F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2217C-EF27-6481-2512-053DD17C8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F9DBE-8AC7-E440-DC5F-3D38D16A7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7C05C-D5D7-3415-0907-99D3AD05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37143-CA1A-48AF-D2B7-CF09C6BE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5723F-6CAC-CFB0-1C19-B791C2CC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5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EBCF-BAF8-C025-9385-9BB60A65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E040E-7015-A69E-46CF-3AEB2B66A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95383-9491-1008-10C1-CD7B5E6F6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44C52-BBA7-C80A-A398-1E45E2EB7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51C46-9DCD-ECED-5C05-3FC7836B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0F172-2974-9F71-AD82-55B543FB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5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3383-1F26-1EE7-4AED-0394FB7B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759B9-47F5-ABA3-1829-732597778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FFB25-692B-41B3-0567-983F1AA3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1DD56-E139-C830-3B4E-D845252A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41292-A0DB-1D77-EE66-CB28885D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4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FBEA6-3801-A5A1-96BF-17E8800CE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9E0C3-24DA-D839-6278-43DD5A53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CD30-7BEB-D9FD-032E-4E565ACC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B19AF-C976-589E-C856-BFC1A502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7B887-0EA0-0BB6-3BD5-5A24E7A4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22BB5-DDF8-D018-95A1-F0322457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A42DD-3857-E856-5241-BD9785F9E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983D-1D90-E98A-75E3-B4B59DF4B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427F2-688A-874C-BBD9-E88776030538}" type="datetimeFigureOut">
              <a:rPr lang="en-US" smtClean="0"/>
              <a:t>5/19/24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F3D1B-B221-6717-50FC-D099595F3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4935-1EC2-D369-DAEB-E9CEC04F4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44123-A6C5-7E43-9325-22461970A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5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59571685-23B3-5B13-C1CC-B40B0D6D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235" y="30483"/>
            <a:ext cx="3999073" cy="2667568"/>
          </a:xfrm>
          <a:prstGeom prst="rect">
            <a:avLst/>
          </a:prstGeom>
        </p:spPr>
      </p:pic>
      <p:pic>
        <p:nvPicPr>
          <p:cNvPr id="23" name="Picture 22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792AFD91-406D-7E6C-6100-A60B556A4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611" y="2608921"/>
            <a:ext cx="3999073" cy="2667568"/>
          </a:xfrm>
          <a:prstGeom prst="rect">
            <a:avLst/>
          </a:prstGeom>
        </p:spPr>
      </p:pic>
      <p:pic>
        <p:nvPicPr>
          <p:cNvPr id="25" name="Picture 24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5367A432-E414-A510-F00A-471621262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220" y="2608921"/>
            <a:ext cx="4132688" cy="2756696"/>
          </a:xfrm>
          <a:prstGeom prst="rect">
            <a:avLst/>
          </a:prstGeom>
        </p:spPr>
      </p:pic>
      <p:pic>
        <p:nvPicPr>
          <p:cNvPr id="27" name="Picture 26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C5492FDD-5ABE-1A40-7594-EBD1C7E0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3" y="2612182"/>
            <a:ext cx="4127799" cy="2753435"/>
          </a:xfrm>
          <a:prstGeom prst="rect">
            <a:avLst/>
          </a:prstGeom>
        </p:spPr>
      </p:pic>
      <p:pic>
        <p:nvPicPr>
          <p:cNvPr id="29" name="Picture 28" descr="A graph of a patient's recovery&#10;&#10;Description automatically generated with medium confidence">
            <a:extLst>
              <a:ext uri="{FF2B5EF4-FFF2-40B4-BE49-F238E27FC236}">
                <a16:creationId xmlns:a16="http://schemas.microsoft.com/office/drawing/2014/main" id="{0649428A-13DF-7C7E-78B4-9763CBEEA4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4163" y="60436"/>
            <a:ext cx="3999072" cy="2667568"/>
          </a:xfrm>
          <a:prstGeom prst="rect">
            <a:avLst/>
          </a:prstGeom>
        </p:spPr>
      </p:pic>
      <p:pic>
        <p:nvPicPr>
          <p:cNvPr id="31" name="Picture 30" descr="A graph of a red line&#10;&#10;Description automatically generated">
            <a:extLst>
              <a:ext uri="{FF2B5EF4-FFF2-40B4-BE49-F238E27FC236}">
                <a16:creationId xmlns:a16="http://schemas.microsoft.com/office/drawing/2014/main" id="{E2F8C79D-3620-3968-E8A1-769F59D0E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72" y="12669"/>
            <a:ext cx="4070682" cy="27153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4F9872-8AB8-087E-DDDB-E814501F4512}"/>
              </a:ext>
            </a:extLst>
          </p:cNvPr>
          <p:cNvSpPr txBox="1"/>
          <p:nvPr/>
        </p:nvSpPr>
        <p:spPr>
          <a:xfrm>
            <a:off x="-2368" y="2243002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F2896-199E-8A6F-AE37-DC1B48001D20}"/>
              </a:ext>
            </a:extLst>
          </p:cNvPr>
          <p:cNvSpPr txBox="1"/>
          <p:nvPr/>
        </p:nvSpPr>
        <p:spPr>
          <a:xfrm>
            <a:off x="4048279" y="2239589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FF093-6AF2-E0F3-164D-36DD5988524F}"/>
              </a:ext>
            </a:extLst>
          </p:cNvPr>
          <p:cNvSpPr txBox="1"/>
          <p:nvPr/>
        </p:nvSpPr>
        <p:spPr>
          <a:xfrm>
            <a:off x="-2368" y="4872290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A1BEE-EE2E-8FC9-10F2-B86A780DF206}"/>
              </a:ext>
            </a:extLst>
          </p:cNvPr>
          <p:cNvSpPr txBox="1"/>
          <p:nvPr/>
        </p:nvSpPr>
        <p:spPr>
          <a:xfrm>
            <a:off x="4048279" y="4865120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45360C-D360-FD27-3E2F-FFCDC36BDD04}"/>
              </a:ext>
            </a:extLst>
          </p:cNvPr>
          <p:cNvSpPr txBox="1"/>
          <p:nvPr/>
        </p:nvSpPr>
        <p:spPr>
          <a:xfrm>
            <a:off x="8088186" y="2242749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B843-1240-F233-41B0-A90A33A22B95}"/>
              </a:ext>
            </a:extLst>
          </p:cNvPr>
          <p:cNvSpPr txBox="1"/>
          <p:nvPr/>
        </p:nvSpPr>
        <p:spPr>
          <a:xfrm>
            <a:off x="8088186" y="4868108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F)</a:t>
            </a:r>
          </a:p>
        </p:txBody>
      </p:sp>
    </p:spTree>
    <p:extLst>
      <p:ext uri="{BB962C8B-B14F-4D97-AF65-F5344CB8AC3E}">
        <p14:creationId xmlns:p14="http://schemas.microsoft.com/office/powerpoint/2010/main" val="269487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60AAED65-6A6A-5CEA-8909-9DA49D386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018" y="2608920"/>
            <a:ext cx="3930526" cy="2621845"/>
          </a:xfrm>
          <a:prstGeom prst="rect">
            <a:avLst/>
          </a:prstGeom>
        </p:spPr>
      </p:pic>
      <p:pic>
        <p:nvPicPr>
          <p:cNvPr id="3" name="Picture 2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8ACCB466-63FD-780E-500F-50429B496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73" y="1"/>
            <a:ext cx="4005926" cy="2672140"/>
          </a:xfrm>
          <a:prstGeom prst="rect">
            <a:avLst/>
          </a:prstGeom>
        </p:spPr>
      </p:pic>
      <p:pic>
        <p:nvPicPr>
          <p:cNvPr id="7" name="Picture 6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BC7C9EC4-7B07-CCA5-1046-82A662D04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70" y="2608921"/>
            <a:ext cx="4005926" cy="2672140"/>
          </a:xfrm>
          <a:prstGeom prst="rect">
            <a:avLst/>
          </a:prstGeom>
        </p:spPr>
      </p:pic>
      <p:pic>
        <p:nvPicPr>
          <p:cNvPr id="9" name="Picture 8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CC63845A-907F-5803-4F46-6E1D3A98E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7" y="2608921"/>
            <a:ext cx="4005926" cy="2672140"/>
          </a:xfrm>
          <a:prstGeom prst="rect">
            <a:avLst/>
          </a:prstGeom>
        </p:spPr>
      </p:pic>
      <p:pic>
        <p:nvPicPr>
          <p:cNvPr id="11" name="Picture 10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CD9DEA1A-30B8-F1FB-AD77-D522F7326C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9004" y="-9764"/>
            <a:ext cx="4005926" cy="2672140"/>
          </a:xfrm>
          <a:prstGeom prst="rect">
            <a:avLst/>
          </a:prstGeom>
        </p:spPr>
      </p:pic>
      <p:pic>
        <p:nvPicPr>
          <p:cNvPr id="17" name="Picture 16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9AD48F9E-6EDA-CEEE-6089-345D929E0F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" y="-9764"/>
            <a:ext cx="4005926" cy="26721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4F9872-8AB8-087E-DDDB-E814501F4512}"/>
              </a:ext>
            </a:extLst>
          </p:cNvPr>
          <p:cNvSpPr txBox="1"/>
          <p:nvPr/>
        </p:nvSpPr>
        <p:spPr>
          <a:xfrm>
            <a:off x="-2368" y="2243002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F2896-199E-8A6F-AE37-DC1B48001D20}"/>
              </a:ext>
            </a:extLst>
          </p:cNvPr>
          <p:cNvSpPr txBox="1"/>
          <p:nvPr/>
        </p:nvSpPr>
        <p:spPr>
          <a:xfrm>
            <a:off x="4048279" y="2239589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FF093-6AF2-E0F3-164D-36DD5988524F}"/>
              </a:ext>
            </a:extLst>
          </p:cNvPr>
          <p:cNvSpPr txBox="1"/>
          <p:nvPr/>
        </p:nvSpPr>
        <p:spPr>
          <a:xfrm>
            <a:off x="-2368" y="4872290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A1BEE-EE2E-8FC9-10F2-B86A780DF206}"/>
              </a:ext>
            </a:extLst>
          </p:cNvPr>
          <p:cNvSpPr txBox="1"/>
          <p:nvPr/>
        </p:nvSpPr>
        <p:spPr>
          <a:xfrm>
            <a:off x="4048279" y="4865120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45360C-D360-FD27-3E2F-FFCDC36BDD04}"/>
              </a:ext>
            </a:extLst>
          </p:cNvPr>
          <p:cNvSpPr txBox="1"/>
          <p:nvPr/>
        </p:nvSpPr>
        <p:spPr>
          <a:xfrm>
            <a:off x="8088186" y="2242749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B843-1240-F233-41B0-A90A33A22B95}"/>
              </a:ext>
            </a:extLst>
          </p:cNvPr>
          <p:cNvSpPr txBox="1"/>
          <p:nvPr/>
        </p:nvSpPr>
        <p:spPr>
          <a:xfrm>
            <a:off x="8088186" y="4868108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F)</a:t>
            </a:r>
          </a:p>
        </p:txBody>
      </p:sp>
    </p:spTree>
    <p:extLst>
      <p:ext uri="{BB962C8B-B14F-4D97-AF65-F5344CB8AC3E}">
        <p14:creationId xmlns:p14="http://schemas.microsoft.com/office/powerpoint/2010/main" val="2857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E3AA-F844-EDC0-A15B-D52D87E4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 descr="A graph of a patient's recovery&#10;&#10;Description automatically generated">
            <a:extLst>
              <a:ext uri="{FF2B5EF4-FFF2-40B4-BE49-F238E27FC236}">
                <a16:creationId xmlns:a16="http://schemas.microsoft.com/office/drawing/2014/main" id="{FB4215CA-F0CF-5BA0-D573-A41D8D2F2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124" y="3359167"/>
            <a:ext cx="5248248" cy="3498832"/>
          </a:xfrm>
        </p:spPr>
      </p:pic>
      <p:pic>
        <p:nvPicPr>
          <p:cNvPr id="13" name="Picture 12" descr="A graph of a patient's recovery&#10;&#10;Description automatically generated">
            <a:extLst>
              <a:ext uri="{FF2B5EF4-FFF2-40B4-BE49-F238E27FC236}">
                <a16:creationId xmlns:a16="http://schemas.microsoft.com/office/drawing/2014/main" id="{82E462C3-24ED-60C7-1823-6131251C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249" y="1"/>
            <a:ext cx="5248248" cy="3498832"/>
          </a:xfrm>
          <a:prstGeom prst="rect">
            <a:avLst/>
          </a:prstGeom>
        </p:spPr>
      </p:pic>
      <p:pic>
        <p:nvPicPr>
          <p:cNvPr id="15" name="Picture 14" descr="A graph of a patient's life&#10;&#10;Description automatically generated">
            <a:extLst>
              <a:ext uri="{FF2B5EF4-FFF2-40B4-BE49-F238E27FC236}">
                <a16:creationId xmlns:a16="http://schemas.microsoft.com/office/drawing/2014/main" id="{C0F84139-99A8-5AF5-5B4A-68565EFEC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248248" cy="34988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79A7D9-FB7B-E29A-9D0F-D61F09250F66}"/>
              </a:ext>
            </a:extLst>
          </p:cNvPr>
          <p:cNvSpPr txBox="1"/>
          <p:nvPr/>
        </p:nvSpPr>
        <p:spPr>
          <a:xfrm>
            <a:off x="838200" y="2410094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&lt; 0.0001*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CD0672-6E94-AC43-FAA6-EEB2AC94CE7E}"/>
              </a:ext>
            </a:extLst>
          </p:cNvPr>
          <p:cNvSpPr txBox="1"/>
          <p:nvPr/>
        </p:nvSpPr>
        <p:spPr>
          <a:xfrm>
            <a:off x="6096000" y="2410094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F3A10A-00A7-9A0F-15BA-07230663E7EF}"/>
              </a:ext>
            </a:extLst>
          </p:cNvPr>
          <p:cNvSpPr txBox="1"/>
          <p:nvPr/>
        </p:nvSpPr>
        <p:spPr>
          <a:xfrm>
            <a:off x="3487615" y="5791509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8885F7-37E0-3B6D-1D43-96DF1BE98782}"/>
              </a:ext>
            </a:extLst>
          </p:cNvPr>
          <p:cNvSpPr txBox="1"/>
          <p:nvPr/>
        </p:nvSpPr>
        <p:spPr>
          <a:xfrm>
            <a:off x="-1" y="2410094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66566-F2D6-73AA-7A15-BBBEB39415A4}"/>
              </a:ext>
            </a:extLst>
          </p:cNvPr>
          <p:cNvSpPr txBox="1"/>
          <p:nvPr/>
        </p:nvSpPr>
        <p:spPr>
          <a:xfrm>
            <a:off x="5248248" y="2410094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2C8477-5AB6-9B39-3170-75D84ABEA074}"/>
              </a:ext>
            </a:extLst>
          </p:cNvPr>
          <p:cNvSpPr txBox="1"/>
          <p:nvPr/>
        </p:nvSpPr>
        <p:spPr>
          <a:xfrm>
            <a:off x="2389508" y="5976175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235521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a patient's recovery&#10;&#10;Description automatically generated">
            <a:extLst>
              <a:ext uri="{FF2B5EF4-FFF2-40B4-BE49-F238E27FC236}">
                <a16:creationId xmlns:a16="http://schemas.microsoft.com/office/drawing/2014/main" id="{10DE075E-5C24-604F-F708-A2003C19B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092" y="3391208"/>
            <a:ext cx="5200188" cy="3466792"/>
          </a:xfrm>
          <a:prstGeom prst="rect">
            <a:avLst/>
          </a:prstGeom>
        </p:spPr>
      </p:pic>
      <p:pic>
        <p:nvPicPr>
          <p:cNvPr id="8" name="Picture 7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266643FC-D9B0-AE34-6430-8BA3FC6EF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187" y="0"/>
            <a:ext cx="5200189" cy="3466792"/>
          </a:xfrm>
          <a:prstGeom prst="rect">
            <a:avLst/>
          </a:prstGeom>
        </p:spPr>
      </p:pic>
      <p:pic>
        <p:nvPicPr>
          <p:cNvPr id="6" name="Picture 5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557E4172-1C10-CC40-9DBF-87F4155E6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200188" cy="34667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79A7D9-FB7B-E29A-9D0F-D61F09250F66}"/>
              </a:ext>
            </a:extLst>
          </p:cNvPr>
          <p:cNvSpPr txBox="1"/>
          <p:nvPr/>
        </p:nvSpPr>
        <p:spPr>
          <a:xfrm>
            <a:off x="838200" y="2410094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CD0672-6E94-AC43-FAA6-EEB2AC94CE7E}"/>
              </a:ext>
            </a:extLst>
          </p:cNvPr>
          <p:cNvSpPr txBox="1"/>
          <p:nvPr/>
        </p:nvSpPr>
        <p:spPr>
          <a:xfrm>
            <a:off x="6096000" y="2410094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0.07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F3A10A-00A7-9A0F-15BA-07230663E7EF}"/>
              </a:ext>
            </a:extLst>
          </p:cNvPr>
          <p:cNvSpPr txBox="1"/>
          <p:nvPr/>
        </p:nvSpPr>
        <p:spPr>
          <a:xfrm>
            <a:off x="3487615" y="5791509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8885F7-37E0-3B6D-1D43-96DF1BE98782}"/>
              </a:ext>
            </a:extLst>
          </p:cNvPr>
          <p:cNvSpPr txBox="1"/>
          <p:nvPr/>
        </p:nvSpPr>
        <p:spPr>
          <a:xfrm>
            <a:off x="-1" y="2410094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66566-F2D6-73AA-7A15-BBBEB39415A4}"/>
              </a:ext>
            </a:extLst>
          </p:cNvPr>
          <p:cNvSpPr txBox="1"/>
          <p:nvPr/>
        </p:nvSpPr>
        <p:spPr>
          <a:xfrm>
            <a:off x="5248248" y="2410094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2C8477-5AB6-9B39-3170-75D84ABEA074}"/>
              </a:ext>
            </a:extLst>
          </p:cNvPr>
          <p:cNvSpPr txBox="1"/>
          <p:nvPr/>
        </p:nvSpPr>
        <p:spPr>
          <a:xfrm>
            <a:off x="2389508" y="5976175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29094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CBB9A540-6375-9BF3-7926-4E40BBBD9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4" y="0"/>
            <a:ext cx="6167437" cy="3700462"/>
          </a:xfrm>
          <a:prstGeom prst="rect">
            <a:avLst/>
          </a:prstGeom>
        </p:spPr>
      </p:pic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6AB44898-E549-7FD7-BE70-1DFB87DAC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37" y="0"/>
            <a:ext cx="6167437" cy="37004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096637-0A7C-4686-5F15-FD8992E37872}"/>
              </a:ext>
            </a:extLst>
          </p:cNvPr>
          <p:cNvSpPr txBox="1"/>
          <p:nvPr/>
        </p:nvSpPr>
        <p:spPr>
          <a:xfrm>
            <a:off x="0" y="3244334"/>
            <a:ext cx="45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9FF64-71CD-6792-9D9E-37F0A1C3A928}"/>
              </a:ext>
            </a:extLst>
          </p:cNvPr>
          <p:cNvSpPr txBox="1"/>
          <p:nvPr/>
        </p:nvSpPr>
        <p:spPr>
          <a:xfrm>
            <a:off x="5870712" y="3244334"/>
            <a:ext cx="45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205264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5670E6DF-C17A-75C5-4702-A5894F576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590" y="-14780"/>
            <a:ext cx="6047410" cy="3628446"/>
          </a:xfrm>
          <a:prstGeom prst="rect">
            <a:avLst/>
          </a:prstGeom>
        </p:spPr>
      </p:pic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368A7A3C-EF37-30D0-5907-79CE6445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47410" cy="36284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096637-0A7C-4686-5F15-FD8992E37872}"/>
              </a:ext>
            </a:extLst>
          </p:cNvPr>
          <p:cNvSpPr txBox="1"/>
          <p:nvPr/>
        </p:nvSpPr>
        <p:spPr>
          <a:xfrm>
            <a:off x="0" y="3244334"/>
            <a:ext cx="45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9FF64-71CD-6792-9D9E-37F0A1C3A928}"/>
              </a:ext>
            </a:extLst>
          </p:cNvPr>
          <p:cNvSpPr txBox="1"/>
          <p:nvPr/>
        </p:nvSpPr>
        <p:spPr>
          <a:xfrm>
            <a:off x="5870712" y="3244334"/>
            <a:ext cx="45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144071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71</Words>
  <Application>Microsoft Macintosh PowerPoint</Application>
  <PresentationFormat>Widescreen</PresentationFormat>
  <Paragraphs>30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Ahluwalia, Vinayak</dc:creator>
  <cp:lastModifiedBy>Ahluwalia, Vinayak</cp:lastModifiedBy>
  <cp:revision>60</cp:revision>
  <dcterms:created xsi:type="dcterms:W3CDTF">2024-05-06T16:24:08Z</dcterms:created>
  <dcterms:modified xsi:type="dcterms:W3CDTF">2024-05-19T22:21:22Z</dcterms:modified>
</cp:coreProperties>
</file>